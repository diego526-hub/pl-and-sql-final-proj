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9970043B-EF47-4FA5-8057-ABCF265A6D7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178D372D-3804-48CA-9671-236CB9B6A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953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0043B-EF47-4FA5-8057-ABCF265A6D7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D372D-3804-48CA-9671-236CB9B6A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994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0043B-EF47-4FA5-8057-ABCF265A6D7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D372D-3804-48CA-9671-236CB9B6A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013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0043B-EF47-4FA5-8057-ABCF265A6D7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D372D-3804-48CA-9671-236CB9B6A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8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0043B-EF47-4FA5-8057-ABCF265A6D7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D372D-3804-48CA-9671-236CB9B6A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71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0043B-EF47-4FA5-8057-ABCF265A6D7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D372D-3804-48CA-9671-236CB9B6A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155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0043B-EF47-4FA5-8057-ABCF265A6D7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D372D-3804-48CA-9671-236CB9B6A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589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0043B-EF47-4FA5-8057-ABCF265A6D7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D372D-3804-48CA-9671-236CB9B6A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660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0043B-EF47-4FA5-8057-ABCF265A6D7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D372D-3804-48CA-9671-236CB9B6A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633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0043B-EF47-4FA5-8057-ABCF265A6D7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D372D-3804-48CA-9671-236CB9B6A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17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0043B-EF47-4FA5-8057-ABCF265A6D7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D372D-3804-48CA-9671-236CB9B6A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993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0043B-EF47-4FA5-8057-ABCF265A6D7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D372D-3804-48CA-9671-236CB9B6A6F7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82154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0043B-EF47-4FA5-8057-ABCF265A6D7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D372D-3804-48CA-9671-236CB9B6A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1285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0043B-EF47-4FA5-8057-ABCF265A6D7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D372D-3804-48CA-9671-236CB9B6A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3022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0043B-EF47-4FA5-8057-ABCF265A6D7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D372D-3804-48CA-9671-236CB9B6A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3589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0043B-EF47-4FA5-8057-ABCF265A6D7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D372D-3804-48CA-9671-236CB9B6A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3134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0043B-EF47-4FA5-8057-ABCF265A6D7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D372D-3804-48CA-9671-236CB9B6A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363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0043B-EF47-4FA5-8057-ABCF265A6D7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D372D-3804-48CA-9671-236CB9B6A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9495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185DD-D623-0393-ED07-5AC62B1E10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PROJECT: Smart Hotel Reservation &amp; Room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80BC77-19F2-A45D-BB8D-C49185125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42457" y="3602038"/>
            <a:ext cx="8425542" cy="2232706"/>
          </a:xfrm>
        </p:spPr>
        <p:txBody>
          <a:bodyPr>
            <a:normAutofit fontScale="32500" lnSpcReduction="20000"/>
          </a:bodyPr>
          <a:lstStyle/>
          <a:p>
            <a:endParaRPr lang="en-US" dirty="0"/>
          </a:p>
          <a:p>
            <a:r>
              <a:rPr lang="en-US" sz="6200" dirty="0"/>
              <a:t>Names: Gaju Diego </a:t>
            </a:r>
          </a:p>
          <a:p>
            <a:r>
              <a:rPr lang="en-US" sz="6200" dirty="0"/>
              <a:t>ID: 27395</a:t>
            </a:r>
          </a:p>
          <a:p>
            <a:r>
              <a:rPr lang="en-US" sz="6200" dirty="0"/>
              <a:t>Course: PL/SQL</a:t>
            </a:r>
          </a:p>
          <a:p>
            <a:r>
              <a:rPr lang="en-US" sz="6200" dirty="0"/>
              <a:t>Institution: AUCA</a:t>
            </a:r>
          </a:p>
        </p:txBody>
      </p:sp>
    </p:spTree>
    <p:extLst>
      <p:ext uri="{BB962C8B-B14F-4D97-AF65-F5344CB8AC3E}">
        <p14:creationId xmlns:p14="http://schemas.microsoft.com/office/powerpoint/2010/main" val="3348950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7775F-8B16-62DB-0AF5-3ABC401D4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306A6-2114-7299-2945-87DC712E9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 issues: Manual booking errors, double-bookings, inefficient room allocation</a:t>
            </a:r>
          </a:p>
          <a:p>
            <a:r>
              <a:rPr lang="en-US" dirty="0"/>
              <a:t>Context: Hotels in Rwanda, especially during peak seasons</a:t>
            </a:r>
          </a:p>
          <a:p>
            <a:r>
              <a:rPr lang="en-US" dirty="0"/>
              <a:t>Target Users: Hotel managers, front desk staff, customers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792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C429B-FA80-0D13-C110-04957B068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 Solution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E4162-60FF-2FB7-8701-118DF7AE2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PL/SQL-based automated system</a:t>
            </a:r>
          </a:p>
          <a:p>
            <a:r>
              <a:rPr lang="en-US" dirty="0"/>
              <a:t>Real-time room management</a:t>
            </a:r>
          </a:p>
          <a:p>
            <a:r>
              <a:rPr lang="en-US" dirty="0"/>
              <a:t>BI insights for decision making</a:t>
            </a:r>
          </a:p>
          <a:p>
            <a:r>
              <a:rPr lang="en-US" dirty="0"/>
              <a:t>Expected outcomes: Reduced errors, improved occupancy, better revenue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214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E2C29-7E56-4504-9310-FA661BD3C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 Potential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98006-2F65-6C66-6027-F59652A9B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Occupancy rate analytics</a:t>
            </a:r>
          </a:p>
          <a:p>
            <a:r>
              <a:rPr lang="en-US" dirty="0"/>
              <a:t>Revenue forecasting</a:t>
            </a:r>
          </a:p>
          <a:p>
            <a:r>
              <a:rPr lang="en-US" dirty="0"/>
              <a:t>Customer behavior patterns</a:t>
            </a:r>
          </a:p>
          <a:p>
            <a:r>
              <a:rPr lang="en-US" dirty="0"/>
              <a:t>Peak season demand prediction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811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4DB68-C62A-4C19-B130-3C9C0EDC4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625FD-26B9-47DB-7B7D-E60DF1846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Oracle PL/SQL database</a:t>
            </a:r>
          </a:p>
          <a:p>
            <a:r>
              <a:rPr lang="en-US" dirty="0"/>
              <a:t>Automated triggers and procedures</a:t>
            </a:r>
          </a:p>
          <a:p>
            <a:r>
              <a:rPr lang="en-US" dirty="0"/>
              <a:t>Audit trails and security</a:t>
            </a:r>
          </a:p>
          <a:p>
            <a:r>
              <a:rPr lang="en-US" dirty="0"/>
              <a:t>Dashboard reporting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1971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</TotalTime>
  <Words>117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Tw Cen MT</vt:lpstr>
      <vt:lpstr>Circuit</vt:lpstr>
      <vt:lpstr>PROJECT: Smart Hotel Reservation &amp; Room Management System</vt:lpstr>
      <vt:lpstr>Problem Definition</vt:lpstr>
      <vt:lpstr> Solution Overview</vt:lpstr>
      <vt:lpstr>BI Potential</vt:lpstr>
      <vt:lpstr>Technical Approach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Diego Gaju</dc:creator>
  <cp:lastModifiedBy>Diego Gaju</cp:lastModifiedBy>
  <cp:revision>2</cp:revision>
  <dcterms:created xsi:type="dcterms:W3CDTF">2025-12-05T11:44:27Z</dcterms:created>
  <dcterms:modified xsi:type="dcterms:W3CDTF">2025-12-05T11:47:34Z</dcterms:modified>
</cp:coreProperties>
</file>